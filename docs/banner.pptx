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BF1298A-D575-4E1C-B103-CC90C954CA7C}">
          <p14:sldIdLst>
            <p14:sldId id="256"/>
          </p14:sldIdLst>
        </p14:section>
        <p14:section name="Untitled Section" id="{7CBC735A-022A-4492-BEB2-752CA92B7D6C}">
          <p14:sldIdLst/>
        </p14:section>
        <p14:section name="Untitled Section" id="{8A4CF3F7-C49C-432D-8E2D-3726B2B13679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454"/>
    <a:srgbClr val="1E1E1E"/>
    <a:srgbClr val="3F3F3F"/>
    <a:srgbClr val="808080"/>
    <a:srgbClr val="50AD51"/>
    <a:srgbClr val="EF911E"/>
    <a:srgbClr val="EEEDF1"/>
    <a:srgbClr val="C8DFD2"/>
    <a:srgbClr val="9EC6AF"/>
    <a:srgbClr val="1AB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E25F-1662-9818-3243-CEF0D59A5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0FF37-3EF0-DD5F-FA98-44FFCCC2D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D3974-154E-1F67-5894-DDDCC721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7F51-7EE4-60A5-D30E-F163BCC4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9E98F-CD39-577D-B280-89FB3856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121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25ED-E45A-18A2-E22B-12AB76C3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B31B-FCCC-D626-FB66-DD62F70F6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7B00E-BE38-A1CD-57E3-BCBE1C6B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175F6-8AED-B03B-923F-85E1A567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838B-7044-F235-0875-D4710D31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854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13A7-5D42-2EEE-9610-38A42062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2D422-2A50-B97E-3C66-FB2F810D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E23EC-B766-D8C4-57BC-06913E7C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00F92-A4B1-FA71-FFF3-6AF4B8E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20F57-338C-14FD-51A2-CE2DE821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315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6B0F-5237-1231-CF2E-0F4BCA2E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8376E-2AFC-F92E-02E0-2697BC1BC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6BCDA-F672-C197-70F6-F16967AC1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C859B-E32D-CA80-0235-4C5A59F2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37A43-45F8-07A5-33F7-9D31B475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11B2E-EE00-64AF-E822-20BA2CC9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601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1E0D-52BE-17EC-60FA-AC9B750A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986C7-6C37-BABC-41C5-B1BE6C77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82D37-776C-AB3D-D2A8-259119C00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405D9-7474-5CFC-EF12-02E8EDAB5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B5011-BF21-5DB7-7845-C709C212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EF554-9D08-06E9-7300-0242373F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E1E25-384D-1577-79B1-D451401E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65D7B-AEF4-CB1F-3072-5C667CDC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954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719C-1B27-DBA3-EE8B-F80BD00A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B5D23-9357-65E9-756D-24E18B2C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4DD2F-D7F8-5A3A-BA50-5C95A093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61D7D-983E-51E7-E990-43857DF9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975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D42DB-2303-4434-6B04-B252AF18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B125D-BFC4-718E-6A1A-D3BD127F3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F44A2-9D58-63EA-C945-9FEDD9A8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659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8FEC-FA3C-E93D-CD39-3575D57D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FA0AA-DB2B-D15A-9DA0-53C29DDD3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6F974-566F-18AF-AB02-599941CC2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11FBE-296E-E4BF-33FC-EFC014D5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3239D-0FC5-967E-B471-5268E377F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94812-D0C6-4B9A-DD35-3C061CCD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755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17BB-FE99-1D28-DDBF-5F1F0EE8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16044-F649-B6AF-311C-192464527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C724E-A91B-AECE-2097-10BAF46B7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78696-63C9-E969-70DD-BBA66736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BA04F-2164-4A4E-40A7-20B16B48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51DDA-9334-2414-E389-5A6B4B5A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655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845F-F538-53B8-48DF-A61742AB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A2245-CB4D-A28D-408C-634307796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D374-893A-2667-AC02-4D3067D99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75FC-19D1-8BF5-19C6-B3FDBF85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B3AA-9024-4144-82E5-11C6167C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681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F545-253B-2C43-FD28-CA03335D8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64DCC-284B-84BB-2F7C-64C5F199C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73FF7-8471-CCEC-730A-009D5C58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66990-35DE-FCA0-8BC8-9E473AB2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B6CC-A0E0-B51D-D487-C9D4E76A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90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094A7-83B8-856B-9A5B-74C8AA41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9AAEA-1AD6-53E7-2A92-CE23D4EB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0BE9D-C012-CD80-77F6-3DCD99188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63DD1-BCE7-4C77-B9DF-40A544824F47}" type="datetimeFigureOut">
              <a:rPr lang="en-PH" smtClean="0"/>
              <a:t>07/06/2023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52DA4-68AF-D2E9-DB40-D3921A6CE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5F32-8614-0B31-1EDE-AA9F92709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CECA2-5671-4B7A-BDF0-5C0241005D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068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6A38CE-DCBF-3CC3-3014-2EB8C2848A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83" y="201363"/>
            <a:ext cx="10291313" cy="645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2332A2-F1B6-ECAE-5E2A-707C2645B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896" y="1188378"/>
            <a:ext cx="1295400" cy="4067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91C8D3-2AC2-D372-4A42-5021D3072B8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6673" y="2000608"/>
            <a:ext cx="2856782" cy="2856782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5C566F-FF66-0C53-333C-378B8280E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F907CC-CBC6-34A5-4A31-E64E8068E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273" y="44565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46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12A0D1A-214F-EA67-7264-07CF632B9CFF}"/>
              </a:ext>
            </a:extLst>
          </p:cNvPr>
          <p:cNvGrpSpPr/>
          <p:nvPr/>
        </p:nvGrpSpPr>
        <p:grpSpPr>
          <a:xfrm>
            <a:off x="782291" y="195354"/>
            <a:ext cx="10627418" cy="6467292"/>
            <a:chOff x="782291" y="195354"/>
            <a:chExt cx="10627418" cy="646729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5BB660-4D91-F54C-BEA6-18441E54DD65}"/>
                </a:ext>
              </a:extLst>
            </p:cNvPr>
            <p:cNvSpPr/>
            <p:nvPr/>
          </p:nvSpPr>
          <p:spPr>
            <a:xfrm>
              <a:off x="782291" y="195354"/>
              <a:ext cx="10627418" cy="6467292"/>
            </a:xfrm>
            <a:prstGeom prst="rect">
              <a:avLst/>
            </a:prstGeom>
            <a:solidFill>
              <a:srgbClr val="5454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EF4F3BB-CF0E-804E-8F68-2461A9D37A56}"/>
                </a:ext>
              </a:extLst>
            </p:cNvPr>
            <p:cNvGrpSpPr/>
            <p:nvPr/>
          </p:nvGrpSpPr>
          <p:grpSpPr>
            <a:xfrm>
              <a:off x="1008069" y="2418155"/>
              <a:ext cx="2890503" cy="2890503"/>
              <a:chOff x="878940" y="2088548"/>
              <a:chExt cx="2890503" cy="2890503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6E7029A-ECB2-2832-D4F9-D2A721C99FEA}"/>
                  </a:ext>
                </a:extLst>
              </p:cNvPr>
              <p:cNvGrpSpPr/>
              <p:nvPr/>
            </p:nvGrpSpPr>
            <p:grpSpPr>
              <a:xfrm>
                <a:off x="1089567" y="2337739"/>
                <a:ext cx="2517366" cy="1949391"/>
                <a:chOff x="661512" y="2614241"/>
                <a:chExt cx="2517366" cy="1949391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9213CE32-27AC-96A0-225F-7C0F6272F1E2}"/>
                    </a:ext>
                  </a:extLst>
                </p:cNvPr>
                <p:cNvSpPr/>
                <p:nvPr/>
              </p:nvSpPr>
              <p:spPr>
                <a:xfrm rot="14636450">
                  <a:off x="2524114" y="3249973"/>
                  <a:ext cx="857669" cy="451858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4CDE742F-2E54-ED98-F00A-8379E24EAD01}"/>
                    </a:ext>
                  </a:extLst>
                </p:cNvPr>
                <p:cNvSpPr/>
                <p:nvPr/>
              </p:nvSpPr>
              <p:spPr>
                <a:xfrm rot="6926357">
                  <a:off x="458606" y="3249786"/>
                  <a:ext cx="857669" cy="451858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16CF8D3C-0A5F-69FB-AAE0-949E964FFB4E}"/>
                    </a:ext>
                  </a:extLst>
                </p:cNvPr>
                <p:cNvSpPr/>
                <p:nvPr/>
              </p:nvSpPr>
              <p:spPr>
                <a:xfrm rot="7200405">
                  <a:off x="2268512" y="2934079"/>
                  <a:ext cx="402863" cy="6081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76200">
                  <a:solidFill>
                    <a:srgbClr val="50AD5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95989034-4E06-2F86-3D4A-EDC7FD15A1D2}"/>
                    </a:ext>
                  </a:extLst>
                </p:cNvPr>
                <p:cNvSpPr/>
                <p:nvPr/>
              </p:nvSpPr>
              <p:spPr>
                <a:xfrm rot="3568225">
                  <a:off x="1228248" y="2930524"/>
                  <a:ext cx="402863" cy="6081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76200">
                  <a:solidFill>
                    <a:srgbClr val="50AD5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 dirty="0"/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87F40CD9-9415-CE08-ACDE-1A552B3FD481}"/>
                    </a:ext>
                  </a:extLst>
                </p:cNvPr>
                <p:cNvSpPr/>
                <p:nvPr/>
              </p:nvSpPr>
              <p:spPr>
                <a:xfrm rot="5400000">
                  <a:off x="1752151" y="2785268"/>
                  <a:ext cx="402863" cy="6081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76200">
                  <a:solidFill>
                    <a:srgbClr val="50AD5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 dirty="0"/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65574EC7-F468-CBA4-BF8A-34686FBF711E}"/>
                    </a:ext>
                  </a:extLst>
                </p:cNvPr>
                <p:cNvSpPr/>
                <p:nvPr/>
              </p:nvSpPr>
              <p:spPr>
                <a:xfrm rot="13431481">
                  <a:off x="1242448" y="3976789"/>
                  <a:ext cx="781792" cy="451858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191065B8-BB3D-D03C-4877-AA72DEFFC19B}"/>
                    </a:ext>
                  </a:extLst>
                </p:cNvPr>
                <p:cNvSpPr/>
                <p:nvPr/>
              </p:nvSpPr>
              <p:spPr>
                <a:xfrm rot="8077846">
                  <a:off x="1769000" y="3933436"/>
                  <a:ext cx="808535" cy="451858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 dirty="0"/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BE647FF3-FE7F-83A0-579D-DAD48807D350}"/>
                    </a:ext>
                  </a:extLst>
                </p:cNvPr>
                <p:cNvSpPr/>
                <p:nvPr/>
              </p:nvSpPr>
              <p:spPr>
                <a:xfrm rot="8603330">
                  <a:off x="2059647" y="3977654"/>
                  <a:ext cx="640687" cy="357820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E06DD57-B8BF-9D88-2F6C-6D5181DF398F}"/>
                    </a:ext>
                  </a:extLst>
                </p:cNvPr>
                <p:cNvSpPr/>
                <p:nvPr/>
              </p:nvSpPr>
              <p:spPr>
                <a:xfrm rot="10800000">
                  <a:off x="960697" y="3345654"/>
                  <a:ext cx="1934901" cy="516691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B9A3F5F9-6572-3535-E108-C35BD3EE4DF5}"/>
                    </a:ext>
                  </a:extLst>
                </p:cNvPr>
                <p:cNvSpPr/>
                <p:nvPr/>
              </p:nvSpPr>
              <p:spPr>
                <a:xfrm rot="10800000">
                  <a:off x="1274412" y="3648851"/>
                  <a:ext cx="1350500" cy="516691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438FBCC2-121C-B4B1-F9D0-9388450CA7ED}"/>
                    </a:ext>
                  </a:extLst>
                </p:cNvPr>
                <p:cNvSpPr/>
                <p:nvPr/>
              </p:nvSpPr>
              <p:spPr>
                <a:xfrm rot="12689537">
                  <a:off x="991528" y="3751878"/>
                  <a:ext cx="759353" cy="332139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E95715C2-554B-4EC8-9F04-BB8D8A5815A3}"/>
                    </a:ext>
                  </a:extLst>
                </p:cNvPr>
                <p:cNvSpPr/>
                <p:nvPr/>
              </p:nvSpPr>
              <p:spPr>
                <a:xfrm rot="8332915">
                  <a:off x="2444354" y="3686246"/>
                  <a:ext cx="374707" cy="332139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 dirty="0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7D63E209-D279-9397-80EA-218EAF78EF47}"/>
                    </a:ext>
                  </a:extLst>
                </p:cNvPr>
                <p:cNvSpPr/>
                <p:nvPr/>
              </p:nvSpPr>
              <p:spPr>
                <a:xfrm rot="10800000">
                  <a:off x="1841043" y="3301250"/>
                  <a:ext cx="350216" cy="88808"/>
                </a:xfrm>
                <a:prstGeom prst="roundRect">
                  <a:avLst>
                    <a:gd name="adj" fmla="val 1000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 dirty="0"/>
                </a:p>
              </p:txBody>
            </p: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EF907CC-CBC6-34A5-4A31-E64E8068E4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rgbClr val="43FF47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  <a14:imgEffect>
                          <a14:colorTemperature colorTemp="7200"/>
                        </a14:imgEffect>
                        <a14:imgEffect>
                          <a14:saturation sat="2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78940" y="2088548"/>
                <a:ext cx="2890503" cy="2890503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3D061B5-423C-CA0F-6533-F201BBFD0DCB}"/>
                </a:ext>
              </a:extLst>
            </p:cNvPr>
            <p:cNvSpPr txBox="1"/>
            <p:nvPr/>
          </p:nvSpPr>
          <p:spPr>
            <a:xfrm>
              <a:off x="4311658" y="2598003"/>
              <a:ext cx="6837994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0200" b="1" dirty="0">
                  <a:solidFill>
                    <a:srgbClr val="50AD51"/>
                  </a:solidFill>
                  <a:latin typeface="Eras Demi ITC" panose="020B0805030504020804" pitchFamily="34" charset="0"/>
                  <a:cs typeface="Segoe UI" panose="020B0502040204020203" pitchFamily="34" charset="0"/>
                </a:rPr>
                <a:t>BIZBUDDY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4916F8-59BF-5935-33EE-EBDBFC80E783}"/>
                </a:ext>
              </a:extLst>
            </p:cNvPr>
            <p:cNvSpPr txBox="1"/>
            <p:nvPr/>
          </p:nvSpPr>
          <p:spPr>
            <a:xfrm>
              <a:off x="4311658" y="4169234"/>
              <a:ext cx="68379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3200" b="1" dirty="0">
                  <a:solidFill>
                    <a:srgbClr val="EF911E"/>
                  </a:solidFill>
                  <a:latin typeface="Corbel" panose="020B0503020204020204" pitchFamily="34" charset="0"/>
                  <a:cs typeface="Segoe UI" panose="020B0502040204020203" pitchFamily="34" charset="0"/>
                </a:rPr>
                <a:t>BUSINESS MADE EASY AND SMART.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AECAB-D70D-DE36-95B1-FD7E1AFC5B76}"/>
                </a:ext>
              </a:extLst>
            </p:cNvPr>
            <p:cNvCxnSpPr>
              <a:cxnSpLocks/>
            </p:cNvCxnSpPr>
            <p:nvPr/>
          </p:nvCxnSpPr>
          <p:spPr>
            <a:xfrm>
              <a:off x="4124351" y="2371920"/>
              <a:ext cx="0" cy="2660072"/>
            </a:xfrm>
            <a:prstGeom prst="line">
              <a:avLst/>
            </a:prstGeom>
            <a:ln w="76200">
              <a:solidFill>
                <a:srgbClr val="50AD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5B62CAB-D3B0-42A4-4F4B-6256C7AAF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2969" y="1218531"/>
            <a:ext cx="771633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Corbel</vt:lpstr>
      <vt:lpstr>Eras Demi ITC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Niña Jane Tubigon</dc:creator>
  <cp:lastModifiedBy>Niña Jane Tubigon</cp:lastModifiedBy>
  <cp:revision>3</cp:revision>
  <dcterms:created xsi:type="dcterms:W3CDTF">2023-06-02T21:50:48Z</dcterms:created>
  <dcterms:modified xsi:type="dcterms:W3CDTF">2023-06-07T13:09:08Z</dcterms:modified>
</cp:coreProperties>
</file>