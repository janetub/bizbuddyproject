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9BF1298A-D575-4E1C-B103-CC90C954CA7C}">
          <p14:sldIdLst>
            <p14:sldId id="256"/>
          </p14:sldIdLst>
        </p14:section>
        <p14:section name="Untitled Section" id="{7CBC735A-022A-4492-BEB2-752CA92B7D6C}">
          <p14:sldIdLst/>
        </p14:section>
        <p14:section name="Untitled Section" id="{8A4CF3F7-C49C-432D-8E2D-3726B2B13679}">
          <p14:sldIdLst>
            <p14:sldId id="25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0AD51"/>
    <a:srgbClr val="EF911E"/>
    <a:srgbClr val="EEEDF1"/>
    <a:srgbClr val="C8DFD2"/>
    <a:srgbClr val="9EC6AF"/>
    <a:srgbClr val="1AB428"/>
    <a:srgbClr val="F2F6EF"/>
    <a:srgbClr val="43FF47"/>
    <a:srgbClr val="16B324"/>
    <a:srgbClr val="F8EB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howGuides="1">
      <p:cViewPr>
        <p:scale>
          <a:sx n="66" d="100"/>
          <a:sy n="66" d="100"/>
        </p:scale>
        <p:origin x="1584" y="106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3E25F-1662-9818-3243-CEF0D59A5E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490FF37-3EF0-DD5F-FA98-44FFCCC2D1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5D3974-154E-1F67-5894-DDDCC721F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63DD1-BCE7-4C77-B9DF-40A544824F47}" type="datetimeFigureOut">
              <a:rPr lang="en-PH" smtClean="0"/>
              <a:t>03/06/2023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3D7F51-7EE4-60A5-D30E-F163BCC4B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49E98F-CD39-577D-B280-89FB3856B6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3CECA2-5671-4B7A-BDF0-5C0241005D35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812176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C25ED-E45A-18A2-E22B-12AB76C35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10B31B-FCCC-D626-FB66-DD62F70F6A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17B00E-BE38-A1CD-57E3-BCBE1C6BEE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63DD1-BCE7-4C77-B9DF-40A544824F47}" type="datetimeFigureOut">
              <a:rPr lang="en-PH" smtClean="0"/>
              <a:t>03/06/2023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0175F6-8AED-B03B-923F-85E1A567AD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50838B-7044-F235-0875-D4710D31D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3CECA2-5671-4B7A-BDF0-5C0241005D35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3985435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213A7-5D42-2EEE-9610-38A420625B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B2D422-2A50-B97E-3C66-FB2F810DA7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AE23EC-B766-D8C4-57BC-06913E7C46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63DD1-BCE7-4C77-B9DF-40A544824F47}" type="datetimeFigureOut">
              <a:rPr lang="en-PH" smtClean="0"/>
              <a:t>03/06/2023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700F92-A4B1-FA71-FFF3-6AF4B8E910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920F57-338C-14FD-51A2-CE2DE82149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3CECA2-5671-4B7A-BDF0-5C0241005D35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8031571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B36B0F-5237-1231-CF2E-0F4BCA2E6C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48376E-2AFC-F92E-02E0-2697BC1BC02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A6BCDA-F672-C197-70F6-F16967AC1D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1C859B-E32D-CA80-0235-4C5A59F2C0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63DD1-BCE7-4C77-B9DF-40A544824F47}" type="datetimeFigureOut">
              <a:rPr lang="en-PH" smtClean="0"/>
              <a:t>03/06/2023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737A43-45F8-07A5-33F7-9D31B4755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911B2E-EE00-64AF-E822-20BA2CC937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3CECA2-5671-4B7A-BDF0-5C0241005D35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0660137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481E0D-52BE-17EC-60FA-AC9B750A17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3986C7-6C37-BABC-41C5-B1BE6C7704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382D37-776C-AB3D-D2A8-259119C007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14405D9-7474-5CFC-EF12-02E8EDAB507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B1B5011-BF21-5DB7-7845-C709C212F14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70EF554-9D08-06E9-7300-0242373F30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63DD1-BCE7-4C77-B9DF-40A544824F47}" type="datetimeFigureOut">
              <a:rPr lang="en-PH" smtClean="0"/>
              <a:t>03/06/2023</a:t>
            </a:fld>
            <a:endParaRPr lang="en-P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18E1E25-384D-1577-79B1-D451401E13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5665D7B-AEF4-CB1F-3072-5C667CDC4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3CECA2-5671-4B7A-BDF0-5C0241005D35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8695478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F5719C-1B27-DBA3-EE8B-F80BD00AB3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FEB5D23-9357-65E9-756D-24E18B2C9D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63DD1-BCE7-4C77-B9DF-40A544824F47}" type="datetimeFigureOut">
              <a:rPr lang="en-PH" smtClean="0"/>
              <a:t>03/06/2023</a:t>
            </a:fld>
            <a:endParaRPr lang="en-P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44DD2F-D7F8-5A3A-BA50-5C95A093F8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861D7D-983E-51E7-E990-43857DF943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3CECA2-5671-4B7A-BDF0-5C0241005D35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4497543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C3D42DB-2303-4434-6B04-B252AF1881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63DD1-BCE7-4C77-B9DF-40A544824F47}" type="datetimeFigureOut">
              <a:rPr lang="en-PH" smtClean="0"/>
              <a:t>03/06/2023</a:t>
            </a:fld>
            <a:endParaRPr lang="en-P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F3B125D-BFC4-718E-6A1A-D3BD127F3E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9F44A2-9D58-63EA-C945-9FEDD9A84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3CECA2-5671-4B7A-BDF0-5C0241005D35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765954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188FEC-FA3C-E93D-CD39-3575D57D6B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3FA0AA-DB2B-D15A-9DA0-53C29DDD3A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26F974-566F-18AF-AB02-599941CC24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C11FBE-296E-E4BF-33FC-EFC014D50E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63DD1-BCE7-4C77-B9DF-40A544824F47}" type="datetimeFigureOut">
              <a:rPr lang="en-PH" smtClean="0"/>
              <a:t>03/06/2023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03239D-0FC5-967E-B471-5268E377FC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E94812-D0C6-4B9A-DD35-3C061CCD51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3CECA2-5671-4B7A-BDF0-5C0241005D35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0375583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3817BB-FE99-1D28-DDBF-5F1F0EE83B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A316044-F649-B6AF-311C-192464527B0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A9C724E-A91B-AECE-2097-10BAF46B79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878696-63C9-E969-70DD-BBA667365A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63DD1-BCE7-4C77-B9DF-40A544824F47}" type="datetimeFigureOut">
              <a:rPr lang="en-PH" smtClean="0"/>
              <a:t>03/06/2023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9BA04F-2164-4A4E-40A7-20B16B482B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E51DDA-9334-2414-E389-5A6B4B5A79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3CECA2-5671-4B7A-BDF0-5C0241005D35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2665576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5A845F-F538-53B8-48DF-A61742AB40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F8A2245-CB4D-A28D-408C-634307796D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DCD374-893A-2667-AC02-4D3067D994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63DD1-BCE7-4C77-B9DF-40A544824F47}" type="datetimeFigureOut">
              <a:rPr lang="en-PH" smtClean="0"/>
              <a:t>03/06/2023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7B75FC-19D1-8BF5-19C6-B3FDBF859E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2FB3AA-9024-4144-82E5-11C6167C26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3CECA2-5671-4B7A-BDF0-5C0241005D35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9668111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8CEF545-253B-2C43-FD28-CA03335D8B3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C664DCC-284B-84BB-2F7C-64C5F199C7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173FF7-8471-CCEC-730A-009D5C581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63DD1-BCE7-4C77-B9DF-40A544824F47}" type="datetimeFigureOut">
              <a:rPr lang="en-PH" smtClean="0"/>
              <a:t>03/06/2023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E66990-35DE-FCA0-8BC8-9E473AB2F1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4FB6CC-A0E0-B51D-D487-C9D4E76A9A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3CECA2-5671-4B7A-BDF0-5C0241005D35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1449059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75094A7-83B8-856B-9A5B-74C8AA41B5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A9AAEA-1AD6-53E7-2A92-CE23D4EB80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20BE9D-C012-CD80-77F6-3DCD991887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F63DD1-BCE7-4C77-B9DF-40A544824F47}" type="datetimeFigureOut">
              <a:rPr lang="en-PH" smtClean="0"/>
              <a:t>03/06/2023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452DA4-68AF-D2E9-DB40-D3921A6CEF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6A5F32-8614-0B31-1EDE-AA9F927090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3CECA2-5671-4B7A-BDF0-5C0241005D35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0006869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66A38CE-DCBF-3CC3-3014-2EB8C2848A24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5583" y="201363"/>
            <a:ext cx="10291313" cy="645527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32332A2-F1B6-ECAE-5E2A-707C2645BF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6896" y="1188378"/>
            <a:ext cx="1295400" cy="406717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C91C8D3-2AC2-D372-4A42-5021D3072B86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4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86673" y="2000608"/>
            <a:ext cx="2856782" cy="2856782"/>
          </a:xfrm>
          <a:prstGeom prst="rect">
            <a:avLst/>
          </a:prstGeom>
          <a:noFill/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65C566F-FF66-0C53-333C-378B8280E3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0" y="990600"/>
            <a:ext cx="4876800" cy="48768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EF907CC-CBC6-34A5-4A31-E64E8068E4C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39273" y="445655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76465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F05BB660-4D91-F54C-BEA6-18441E54DD65}"/>
              </a:ext>
            </a:extLst>
          </p:cNvPr>
          <p:cNvSpPr/>
          <p:nvPr/>
        </p:nvSpPr>
        <p:spPr>
          <a:xfrm>
            <a:off x="782291" y="195354"/>
            <a:ext cx="10627418" cy="6467292"/>
          </a:xfrm>
          <a:prstGeom prst="rect">
            <a:avLst/>
          </a:prstGeom>
          <a:solidFill>
            <a:srgbClr val="EEED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1EF4F3BB-CF0E-804E-8F68-2461A9D37A56}"/>
              </a:ext>
            </a:extLst>
          </p:cNvPr>
          <p:cNvGrpSpPr/>
          <p:nvPr/>
        </p:nvGrpSpPr>
        <p:grpSpPr>
          <a:xfrm>
            <a:off x="1008069" y="2418155"/>
            <a:ext cx="2890503" cy="2890503"/>
            <a:chOff x="878940" y="2088548"/>
            <a:chExt cx="2890503" cy="2890503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46E7029A-ECB2-2832-D4F9-D2A721C99FEA}"/>
                </a:ext>
              </a:extLst>
            </p:cNvPr>
            <p:cNvGrpSpPr/>
            <p:nvPr/>
          </p:nvGrpSpPr>
          <p:grpSpPr>
            <a:xfrm>
              <a:off x="1089567" y="2337739"/>
              <a:ext cx="2517366" cy="1949391"/>
              <a:chOff x="661512" y="2614241"/>
              <a:chExt cx="2517366" cy="1949391"/>
            </a:xfrm>
          </p:grpSpPr>
          <p:sp>
            <p:nvSpPr>
              <p:cNvPr id="28" name="Rectangle: Rounded Corners 27">
                <a:extLst>
                  <a:ext uri="{FF2B5EF4-FFF2-40B4-BE49-F238E27FC236}">
                    <a16:creationId xmlns:a16="http://schemas.microsoft.com/office/drawing/2014/main" id="{9213CE32-27AC-96A0-225F-7C0F6272F1E2}"/>
                  </a:ext>
                </a:extLst>
              </p:cNvPr>
              <p:cNvSpPr/>
              <p:nvPr/>
            </p:nvSpPr>
            <p:spPr>
              <a:xfrm rot="14636450">
                <a:off x="2524114" y="3249973"/>
                <a:ext cx="857669" cy="451858"/>
              </a:xfrm>
              <a:prstGeom prst="roundRect">
                <a:avLst>
                  <a:gd name="adj" fmla="val 10003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PH"/>
              </a:p>
            </p:txBody>
          </p:sp>
          <p:sp>
            <p:nvSpPr>
              <p:cNvPr id="25" name="Rectangle: Rounded Corners 24">
                <a:extLst>
                  <a:ext uri="{FF2B5EF4-FFF2-40B4-BE49-F238E27FC236}">
                    <a16:creationId xmlns:a16="http://schemas.microsoft.com/office/drawing/2014/main" id="{4CDE742F-2E54-ED98-F00A-8379E24EAD01}"/>
                  </a:ext>
                </a:extLst>
              </p:cNvPr>
              <p:cNvSpPr/>
              <p:nvPr/>
            </p:nvSpPr>
            <p:spPr>
              <a:xfrm rot="6926357">
                <a:off x="458606" y="3249786"/>
                <a:ext cx="857669" cy="451858"/>
              </a:xfrm>
              <a:prstGeom prst="roundRect">
                <a:avLst>
                  <a:gd name="adj" fmla="val 10003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PH"/>
              </a:p>
            </p:txBody>
          </p:sp>
          <p:sp>
            <p:nvSpPr>
              <p:cNvPr id="22" name="Rectangle: Rounded Corners 21">
                <a:extLst>
                  <a:ext uri="{FF2B5EF4-FFF2-40B4-BE49-F238E27FC236}">
                    <a16:creationId xmlns:a16="http://schemas.microsoft.com/office/drawing/2014/main" id="{16CF8D3C-0A5F-69FB-AAE0-949E964FFB4E}"/>
                  </a:ext>
                </a:extLst>
              </p:cNvPr>
              <p:cNvSpPr/>
              <p:nvPr/>
            </p:nvSpPr>
            <p:spPr>
              <a:xfrm rot="7200405">
                <a:off x="2268512" y="2934079"/>
                <a:ext cx="402863" cy="60810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76200">
                <a:solidFill>
                  <a:srgbClr val="50AD5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PH"/>
              </a:p>
            </p:txBody>
          </p:sp>
          <p:sp>
            <p:nvSpPr>
              <p:cNvPr id="23" name="Rectangle: Rounded Corners 22">
                <a:extLst>
                  <a:ext uri="{FF2B5EF4-FFF2-40B4-BE49-F238E27FC236}">
                    <a16:creationId xmlns:a16="http://schemas.microsoft.com/office/drawing/2014/main" id="{95989034-4E06-2F86-3D4A-EDC7FD15A1D2}"/>
                  </a:ext>
                </a:extLst>
              </p:cNvPr>
              <p:cNvSpPr/>
              <p:nvPr/>
            </p:nvSpPr>
            <p:spPr>
              <a:xfrm rot="3568225">
                <a:off x="1228248" y="2930524"/>
                <a:ext cx="402863" cy="60810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76200">
                <a:solidFill>
                  <a:srgbClr val="50AD5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PH" dirty="0"/>
              </a:p>
            </p:txBody>
          </p:sp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87F40CD9-9415-CE08-ACDE-1A552B3FD481}"/>
                  </a:ext>
                </a:extLst>
              </p:cNvPr>
              <p:cNvSpPr/>
              <p:nvPr/>
            </p:nvSpPr>
            <p:spPr>
              <a:xfrm rot="5400000">
                <a:off x="1752151" y="2785268"/>
                <a:ext cx="402863" cy="60810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76200">
                <a:solidFill>
                  <a:srgbClr val="50AD5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PH" dirty="0"/>
              </a:p>
            </p:txBody>
          </p:sp>
          <p:sp>
            <p:nvSpPr>
              <p:cNvPr id="29" name="Rectangle: Rounded Corners 28">
                <a:extLst>
                  <a:ext uri="{FF2B5EF4-FFF2-40B4-BE49-F238E27FC236}">
                    <a16:creationId xmlns:a16="http://schemas.microsoft.com/office/drawing/2014/main" id="{65574EC7-F468-CBA4-BF8A-34686FBF711E}"/>
                  </a:ext>
                </a:extLst>
              </p:cNvPr>
              <p:cNvSpPr/>
              <p:nvPr/>
            </p:nvSpPr>
            <p:spPr>
              <a:xfrm rot="13431481">
                <a:off x="1242448" y="3976789"/>
                <a:ext cx="781792" cy="451858"/>
              </a:xfrm>
              <a:prstGeom prst="roundRect">
                <a:avLst>
                  <a:gd name="adj" fmla="val 10003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PH"/>
              </a:p>
            </p:txBody>
          </p:sp>
          <p:sp>
            <p:nvSpPr>
              <p:cNvPr id="30" name="Rectangle: Rounded Corners 29">
                <a:extLst>
                  <a:ext uri="{FF2B5EF4-FFF2-40B4-BE49-F238E27FC236}">
                    <a16:creationId xmlns:a16="http://schemas.microsoft.com/office/drawing/2014/main" id="{191065B8-BB3D-D03C-4877-AA72DEFFC19B}"/>
                  </a:ext>
                </a:extLst>
              </p:cNvPr>
              <p:cNvSpPr/>
              <p:nvPr/>
            </p:nvSpPr>
            <p:spPr>
              <a:xfrm rot="8077846">
                <a:off x="1769000" y="3933436"/>
                <a:ext cx="808535" cy="451858"/>
              </a:xfrm>
              <a:prstGeom prst="roundRect">
                <a:avLst>
                  <a:gd name="adj" fmla="val 10003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PH" dirty="0"/>
              </a:p>
            </p:txBody>
          </p:sp>
          <p:sp>
            <p:nvSpPr>
              <p:cNvPr id="31" name="Rectangle: Rounded Corners 30">
                <a:extLst>
                  <a:ext uri="{FF2B5EF4-FFF2-40B4-BE49-F238E27FC236}">
                    <a16:creationId xmlns:a16="http://schemas.microsoft.com/office/drawing/2014/main" id="{BE647FF3-FE7F-83A0-579D-DAD48807D350}"/>
                  </a:ext>
                </a:extLst>
              </p:cNvPr>
              <p:cNvSpPr/>
              <p:nvPr/>
            </p:nvSpPr>
            <p:spPr>
              <a:xfrm rot="8603330">
                <a:off x="2059647" y="3977654"/>
                <a:ext cx="640687" cy="357820"/>
              </a:xfrm>
              <a:prstGeom prst="roundRect">
                <a:avLst>
                  <a:gd name="adj" fmla="val 10003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PH"/>
              </a:p>
            </p:txBody>
          </p:sp>
          <p:sp>
            <p:nvSpPr>
              <p:cNvPr id="37" name="Rectangle: Rounded Corners 36">
                <a:extLst>
                  <a:ext uri="{FF2B5EF4-FFF2-40B4-BE49-F238E27FC236}">
                    <a16:creationId xmlns:a16="http://schemas.microsoft.com/office/drawing/2014/main" id="{5E06DD57-B8BF-9D88-2F6C-6D5181DF398F}"/>
                  </a:ext>
                </a:extLst>
              </p:cNvPr>
              <p:cNvSpPr/>
              <p:nvPr/>
            </p:nvSpPr>
            <p:spPr>
              <a:xfrm rot="10800000">
                <a:off x="960697" y="3345654"/>
                <a:ext cx="1934901" cy="516691"/>
              </a:xfrm>
              <a:prstGeom prst="roundRect">
                <a:avLst>
                  <a:gd name="adj" fmla="val 10003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PH"/>
              </a:p>
            </p:txBody>
          </p:sp>
          <p:sp>
            <p:nvSpPr>
              <p:cNvPr id="38" name="Rectangle: Rounded Corners 37">
                <a:extLst>
                  <a:ext uri="{FF2B5EF4-FFF2-40B4-BE49-F238E27FC236}">
                    <a16:creationId xmlns:a16="http://schemas.microsoft.com/office/drawing/2014/main" id="{B9A3F5F9-6572-3535-E108-C35BD3EE4DF5}"/>
                  </a:ext>
                </a:extLst>
              </p:cNvPr>
              <p:cNvSpPr/>
              <p:nvPr/>
            </p:nvSpPr>
            <p:spPr>
              <a:xfrm rot="10800000">
                <a:off x="1274412" y="3648851"/>
                <a:ext cx="1350500" cy="516691"/>
              </a:xfrm>
              <a:prstGeom prst="roundRect">
                <a:avLst>
                  <a:gd name="adj" fmla="val 10003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PH"/>
              </a:p>
            </p:txBody>
          </p:sp>
          <p:sp>
            <p:nvSpPr>
              <p:cNvPr id="39" name="Rectangle: Rounded Corners 38">
                <a:extLst>
                  <a:ext uri="{FF2B5EF4-FFF2-40B4-BE49-F238E27FC236}">
                    <a16:creationId xmlns:a16="http://schemas.microsoft.com/office/drawing/2014/main" id="{438FBCC2-121C-B4B1-F9D0-9388450CA7ED}"/>
                  </a:ext>
                </a:extLst>
              </p:cNvPr>
              <p:cNvSpPr/>
              <p:nvPr/>
            </p:nvSpPr>
            <p:spPr>
              <a:xfrm rot="12689537">
                <a:off x="991528" y="3751878"/>
                <a:ext cx="759353" cy="332139"/>
              </a:xfrm>
              <a:prstGeom prst="roundRect">
                <a:avLst>
                  <a:gd name="adj" fmla="val 10003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PH"/>
              </a:p>
            </p:txBody>
          </p:sp>
          <p:sp>
            <p:nvSpPr>
              <p:cNvPr id="40" name="Rectangle: Rounded Corners 39">
                <a:extLst>
                  <a:ext uri="{FF2B5EF4-FFF2-40B4-BE49-F238E27FC236}">
                    <a16:creationId xmlns:a16="http://schemas.microsoft.com/office/drawing/2014/main" id="{E95715C2-554B-4EC8-9F04-BB8D8A5815A3}"/>
                  </a:ext>
                </a:extLst>
              </p:cNvPr>
              <p:cNvSpPr/>
              <p:nvPr/>
            </p:nvSpPr>
            <p:spPr>
              <a:xfrm rot="8332915">
                <a:off x="2444354" y="3686246"/>
                <a:ext cx="374707" cy="332139"/>
              </a:xfrm>
              <a:prstGeom prst="roundRect">
                <a:avLst>
                  <a:gd name="adj" fmla="val 10003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PH" dirty="0"/>
              </a:p>
            </p:txBody>
          </p:sp>
          <p:sp>
            <p:nvSpPr>
              <p:cNvPr id="41" name="Rectangle: Rounded Corners 40">
                <a:extLst>
                  <a:ext uri="{FF2B5EF4-FFF2-40B4-BE49-F238E27FC236}">
                    <a16:creationId xmlns:a16="http://schemas.microsoft.com/office/drawing/2014/main" id="{7D63E209-D279-9397-80EA-218EAF78EF47}"/>
                  </a:ext>
                </a:extLst>
              </p:cNvPr>
              <p:cNvSpPr/>
              <p:nvPr/>
            </p:nvSpPr>
            <p:spPr>
              <a:xfrm rot="10800000">
                <a:off x="1841043" y="3301250"/>
                <a:ext cx="350216" cy="88808"/>
              </a:xfrm>
              <a:prstGeom prst="roundRect">
                <a:avLst>
                  <a:gd name="adj" fmla="val 10003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PH" dirty="0"/>
              </a:p>
            </p:txBody>
          </p:sp>
        </p:grpSp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EEF907CC-CBC6-34A5-4A31-E64E8068E4C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prstClr val="black"/>
                <a:srgbClr val="43FF47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50000"/>
                      </a14:imgEffect>
                      <a14:imgEffect>
                        <a14:colorTemperature colorTemp="7200"/>
                      </a14:imgEffect>
                      <a14:imgEffect>
                        <a14:saturation sat="200000"/>
                      </a14:imgEffect>
                      <a14:imgEffect>
                        <a14:brightnessContrast bright="20000" contrast="-4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878940" y="2088548"/>
              <a:ext cx="2890503" cy="2890503"/>
            </a:xfrm>
            <a:prstGeom prst="rect">
              <a:avLst/>
            </a:prstGeom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93D061B5-423C-CA0F-6533-F201BBFD0DCB}"/>
              </a:ext>
            </a:extLst>
          </p:cNvPr>
          <p:cNvSpPr txBox="1"/>
          <p:nvPr/>
        </p:nvSpPr>
        <p:spPr>
          <a:xfrm>
            <a:off x="4311658" y="2598003"/>
            <a:ext cx="6837994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0200" b="1" dirty="0">
                <a:solidFill>
                  <a:srgbClr val="50AD51"/>
                </a:solidFill>
                <a:latin typeface="Eras Demi ITC" panose="020B0805030504020804" pitchFamily="34" charset="0"/>
                <a:cs typeface="Segoe UI" panose="020B0502040204020203" pitchFamily="34" charset="0"/>
              </a:rPr>
              <a:t>BIZBUDDY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4916F8-59BF-5935-33EE-EBDBFC80E783}"/>
              </a:ext>
            </a:extLst>
          </p:cNvPr>
          <p:cNvSpPr txBox="1"/>
          <p:nvPr/>
        </p:nvSpPr>
        <p:spPr>
          <a:xfrm>
            <a:off x="4311658" y="4169234"/>
            <a:ext cx="683799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3200" b="1" dirty="0">
                <a:solidFill>
                  <a:srgbClr val="EF911E"/>
                </a:solidFill>
                <a:latin typeface="Corbel" panose="020B0503020204020204" pitchFamily="34" charset="0"/>
                <a:cs typeface="Segoe UI" panose="020B0502040204020203" pitchFamily="34" charset="0"/>
              </a:rPr>
              <a:t>BUSINESS MADE EASY AND SMART.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6BAECAB-D70D-DE36-95B1-FD7E1AFC5B76}"/>
              </a:ext>
            </a:extLst>
          </p:cNvPr>
          <p:cNvCxnSpPr>
            <a:cxnSpLocks/>
          </p:cNvCxnSpPr>
          <p:nvPr/>
        </p:nvCxnSpPr>
        <p:spPr>
          <a:xfrm>
            <a:off x="4124351" y="2371920"/>
            <a:ext cx="0" cy="2660072"/>
          </a:xfrm>
          <a:prstGeom prst="line">
            <a:avLst/>
          </a:prstGeom>
          <a:ln w="76200">
            <a:solidFill>
              <a:srgbClr val="50AD5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56348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</TotalTime>
  <Words>7</Words>
  <Application>Microsoft Office PowerPoint</Application>
  <PresentationFormat>Widescreen</PresentationFormat>
  <Paragraphs>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Arial</vt:lpstr>
      <vt:lpstr>Calibri</vt:lpstr>
      <vt:lpstr>Calibri Light</vt:lpstr>
      <vt:lpstr>Corbel</vt:lpstr>
      <vt:lpstr>Eras Demi ITC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Niña Jane Tubigon</dc:creator>
  <cp:lastModifiedBy>Niña Jane Tubigon</cp:lastModifiedBy>
  <cp:revision>2</cp:revision>
  <dcterms:created xsi:type="dcterms:W3CDTF">2023-06-02T21:50:48Z</dcterms:created>
  <dcterms:modified xsi:type="dcterms:W3CDTF">2023-06-02T22:57:08Z</dcterms:modified>
</cp:coreProperties>
</file>